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s://bit.ly/3A1uf1Q" TargetMode="Externa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5" name="Google Shape;9;p2"/>
          <p:cNvGrpSpPr/>
          <p:nvPr/>
        </p:nvGrpSpPr>
        <p:grpSpPr>
          <a:xfrm>
            <a:off x="0" y="0"/>
            <a:ext cx="9143640" cy="5143320"/>
            <a:chOff x="0" y="0"/>
            <a:chExt cx="9143640" cy="5143320"/>
          </a:xfrm>
        </p:grpSpPr>
        <p:pic>
          <p:nvPicPr>
            <p:cNvPr id="6" name="Google Shape;10;p2"/>
            <p:cNvPicPr/>
            <p:nvPr/>
          </p:nvPicPr>
          <p:blipFill>
            <a:blip r:embed="rId2"/>
            <a:stretch/>
          </p:blipFill>
          <p:spPr>
            <a:xfrm>
              <a:off x="0" y="0"/>
              <a:ext cx="9143640" cy="5143320"/>
            </a:xfrm>
            <a:prstGeom prst="rect">
              <a:avLst/>
            </a:prstGeom>
            <a:noFill/>
            <a:ln w="0">
              <a:noFill/>
            </a:ln>
          </p:spPr>
        </p:pic>
        <p:pic>
          <p:nvPicPr>
            <p:cNvPr id="2" name="Google Shape;11;p2"/>
            <p:cNvPicPr/>
            <p:nvPr/>
          </p:nvPicPr>
          <p:blipFill>
            <a:blip r:embed="rId3">
              <a:alphaModFix amt="90000"/>
            </a:blip>
            <a:srcRect t="50703" b="16016"/>
            <a:stretch/>
          </p:blipFill>
          <p:spPr>
            <a:xfrm>
              <a:off x="0" y="3432240"/>
              <a:ext cx="9143640" cy="1711080"/>
            </a:xfrm>
            <a:prstGeom prst="rect">
              <a:avLst/>
            </a:prstGeom>
            <a:noFill/>
            <a:ln w="0">
              <a:noFill/>
            </a:ln>
          </p:spPr>
        </p:pic>
      </p:grpSp>
      <p:sp>
        <p:nvSpPr>
          <p:cNvPr id="3" name="PlaceHolder 1"/>
          <p:cNvSpPr>
            <a:spLocks noGrp="1"/>
          </p:cNvSpPr>
          <p:nvPr>
            <p:ph type="title"/>
          </p:nvPr>
        </p:nvSpPr>
        <p:spPr>
          <a:xfrm>
            <a:off x="228600" y="187920"/>
            <a:ext cx="4198320" cy="120744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grpSp>
        <p:nvGrpSpPr>
          <p:cNvPr id="5" name="Google Shape;51;p11"/>
          <p:cNvGrpSpPr/>
          <p:nvPr/>
        </p:nvGrpSpPr>
        <p:grpSpPr>
          <a:xfrm>
            <a:off x="0" y="0"/>
            <a:ext cx="9143640" cy="5143320"/>
            <a:chOff x="0" y="0"/>
            <a:chExt cx="9143640" cy="5143320"/>
          </a:xfrm>
        </p:grpSpPr>
        <p:pic>
          <p:nvPicPr>
            <p:cNvPr id="6" name="Google Shape;52;p11"/>
            <p:cNvPicPr/>
            <p:nvPr/>
          </p:nvPicPr>
          <p:blipFill>
            <a:blip r:embed="rId2"/>
            <a:stretch/>
          </p:blipFill>
          <p:spPr>
            <a:xfrm>
              <a:off x="0" y="0"/>
              <a:ext cx="9143640" cy="5143320"/>
            </a:xfrm>
            <a:prstGeom prst="rect">
              <a:avLst/>
            </a:prstGeom>
            <a:noFill/>
            <a:ln w="0">
              <a:noFill/>
            </a:ln>
          </p:spPr>
        </p:pic>
        <p:pic>
          <p:nvPicPr>
            <p:cNvPr id="7" name="Google Shape;53;p11"/>
            <p:cNvPicPr/>
            <p:nvPr/>
          </p:nvPicPr>
          <p:blipFill>
            <a:blip r:embed="rId3">
              <a:alphaModFix amt="90000"/>
            </a:blip>
            <a:srcRect l="10557" r="56070"/>
            <a:stretch/>
          </p:blipFill>
          <p:spPr>
            <a:xfrm>
              <a:off x="0" y="0"/>
              <a:ext cx="3050280" cy="5143320"/>
            </a:xfrm>
            <a:prstGeom prst="rect">
              <a:avLst/>
            </a:prstGeom>
            <a:noFill/>
            <a:ln w="0">
              <a:noFill/>
            </a:ln>
          </p:spPr>
        </p:pic>
      </p:grpSp>
      <p:sp>
        <p:nvSpPr>
          <p:cNvPr id="8" name="PlaceHolder 1"/>
          <p:cNvSpPr>
            <a:spLocks noGrp="1"/>
          </p:cNvSpPr>
          <p:nvPr>
            <p:ph type="title"/>
          </p:nvPr>
        </p:nvSpPr>
        <p:spPr>
          <a:xfrm>
            <a:off x="5195880" y="1400040"/>
            <a:ext cx="3719520" cy="1171080"/>
          </a:xfrm>
          <a:prstGeom prst="rect">
            <a:avLst/>
          </a:prstGeom>
          <a:noFill/>
          <a:ln w="0">
            <a:noFill/>
          </a:ln>
        </p:spPr>
        <p:txBody>
          <a:bodyPr lIns="91440" tIns="91440" rIns="91440" bIns="91440" anchor="b">
            <a:noAutofit/>
          </a:bodyPr>
          <a:lstStyle/>
          <a:p>
            <a:pPr indent="0" algn="r">
              <a:lnSpc>
                <a:spcPct val="100000"/>
              </a:lnSpc>
              <a:buNone/>
            </a:pPr>
            <a:r>
              <a:rPr lang="fr-FR" sz="4000" b="0" u="none" strike="noStrike">
                <a:solidFill>
                  <a:schemeClr val="dk1"/>
                </a:solidFill>
                <a:effectLst/>
                <a:uFillTx/>
                <a:latin typeface="Cossette Texte"/>
                <a:ea typeface="Cossette Texte"/>
              </a:rPr>
              <a:t>xx%</a:t>
            </a:r>
            <a:endParaRPr lang="fr-FR" sz="4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9_1_1_1_1">
    <p:bg>
      <p:bgPr>
        <a:solidFill>
          <a:schemeClr val="lt1"/>
        </a:solidFill>
        <a:effectLst/>
      </p:bgPr>
    </p:bg>
    <p:spTree>
      <p:nvGrpSpPr>
        <p:cNvPr id="1" name=""/>
        <p:cNvGrpSpPr/>
        <p:nvPr/>
      </p:nvGrpSpPr>
      <p:grpSpPr>
        <a:xfrm>
          <a:off x="0" y="0"/>
          <a:ext cx="0" cy="0"/>
          <a:chOff x="0" y="0"/>
          <a:chExt cx="0" cy="0"/>
        </a:xfrm>
      </p:grpSpPr>
      <p:grpSp>
        <p:nvGrpSpPr>
          <p:cNvPr id="19" name="Google Shape;77;p14"/>
          <p:cNvGrpSpPr/>
          <p:nvPr/>
        </p:nvGrpSpPr>
        <p:grpSpPr>
          <a:xfrm>
            <a:off x="0" y="0"/>
            <a:ext cx="9143640" cy="5143320"/>
            <a:chOff x="0" y="0"/>
            <a:chExt cx="9143640" cy="5143320"/>
          </a:xfrm>
        </p:grpSpPr>
        <p:pic>
          <p:nvPicPr>
            <p:cNvPr id="20" name="Google Shape;78;p14"/>
            <p:cNvPicPr/>
            <p:nvPr/>
          </p:nvPicPr>
          <p:blipFill>
            <a:blip r:embed="rId2"/>
            <a:stretch/>
          </p:blipFill>
          <p:spPr>
            <a:xfrm>
              <a:off x="0" y="0"/>
              <a:ext cx="9143640" cy="5143320"/>
            </a:xfrm>
            <a:prstGeom prst="rect">
              <a:avLst/>
            </a:prstGeom>
            <a:noFill/>
            <a:ln w="0">
              <a:noFill/>
            </a:ln>
          </p:spPr>
        </p:pic>
        <p:pic>
          <p:nvPicPr>
            <p:cNvPr id="21" name="Google Shape;79;p14"/>
            <p:cNvPicPr/>
            <p:nvPr/>
          </p:nvPicPr>
          <p:blipFill>
            <a:blip r:embed="rId3">
              <a:alphaModFix amt="90000"/>
            </a:blip>
            <a:srcRect l="69704" r="7852"/>
            <a:stretch/>
          </p:blipFill>
          <p:spPr>
            <a:xfrm>
              <a:off x="7092720" y="0"/>
              <a:ext cx="2050920" cy="5143320"/>
            </a:xfrm>
            <a:prstGeom prst="rect">
              <a:avLst/>
            </a:prstGeom>
            <a:noFill/>
            <a:ln w="0">
              <a:noFill/>
            </a:ln>
          </p:spPr>
        </p:pic>
      </p:grpSp>
      <p:sp>
        <p:nvSpPr>
          <p:cNvPr id="22" name="PlaceHolder 1"/>
          <p:cNvSpPr>
            <a:spLocks noGrp="1"/>
          </p:cNvSpPr>
          <p:nvPr>
            <p:ph type="title"/>
          </p:nvPr>
        </p:nvSpPr>
        <p:spPr>
          <a:xfrm>
            <a:off x="228600" y="3773880"/>
            <a:ext cx="3719520" cy="117108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40" name="Google Shape;112;p18"/>
          <p:cNvGrpSpPr/>
          <p:nvPr/>
        </p:nvGrpSpPr>
        <p:grpSpPr>
          <a:xfrm>
            <a:off x="0" y="0"/>
            <a:ext cx="9143640" cy="5143320"/>
            <a:chOff x="0" y="0"/>
            <a:chExt cx="9143640" cy="5143320"/>
          </a:xfrm>
        </p:grpSpPr>
        <p:pic>
          <p:nvPicPr>
            <p:cNvPr id="41" name="Google Shape;113;p18"/>
            <p:cNvPicPr/>
            <p:nvPr/>
          </p:nvPicPr>
          <p:blipFill>
            <a:blip r:embed="rId2"/>
            <a:stretch/>
          </p:blipFill>
          <p:spPr>
            <a:xfrm>
              <a:off x="0" y="0"/>
              <a:ext cx="9143640" cy="5143320"/>
            </a:xfrm>
            <a:prstGeom prst="rect">
              <a:avLst/>
            </a:prstGeom>
            <a:noFill/>
            <a:ln w="0">
              <a:noFill/>
            </a:ln>
          </p:spPr>
        </p:pic>
        <p:pic>
          <p:nvPicPr>
            <p:cNvPr id="42" name="Google Shape;114;p18"/>
            <p:cNvPicPr/>
            <p:nvPr/>
          </p:nvPicPr>
          <p:blipFill>
            <a:blip r:embed="rId3">
              <a:alphaModFix amt="90000"/>
            </a:blip>
            <a:srcRect t="52463"/>
            <a:stretch/>
          </p:blipFill>
          <p:spPr>
            <a:xfrm>
              <a:off x="0" y="0"/>
              <a:ext cx="9143640" cy="2444400"/>
            </a:xfrm>
            <a:prstGeom prst="rect">
              <a:avLst/>
            </a:prstGeom>
            <a:noFill/>
            <a:ln w="0">
              <a:noFill/>
            </a:ln>
          </p:spPr>
        </p:pic>
      </p:grpSp>
      <p:sp>
        <p:nvSpPr>
          <p:cNvPr id="43" name="PlaceHolder 1"/>
          <p:cNvSpPr>
            <a:spLocks noGrp="1"/>
          </p:cNvSpPr>
          <p:nvPr>
            <p:ph type="title"/>
          </p:nvPr>
        </p:nvSpPr>
        <p:spPr>
          <a:xfrm>
            <a:off x="228600" y="4377240"/>
            <a:ext cx="8686440" cy="57240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56" name="Google Shape;127;p21"/>
          <p:cNvGrpSpPr/>
          <p:nvPr/>
        </p:nvGrpSpPr>
        <p:grpSpPr>
          <a:xfrm>
            <a:off x="0" y="0"/>
            <a:ext cx="9143640" cy="5143320"/>
            <a:chOff x="0" y="0"/>
            <a:chExt cx="9143640" cy="5143320"/>
          </a:xfrm>
        </p:grpSpPr>
        <p:pic>
          <p:nvPicPr>
            <p:cNvPr id="57" name="Google Shape;128;p21"/>
            <p:cNvPicPr/>
            <p:nvPr/>
          </p:nvPicPr>
          <p:blipFill>
            <a:blip r:embed="rId2"/>
            <a:stretch/>
          </p:blipFill>
          <p:spPr>
            <a:xfrm>
              <a:off x="0" y="0"/>
              <a:ext cx="9143640" cy="5143320"/>
            </a:xfrm>
            <a:prstGeom prst="rect">
              <a:avLst/>
            </a:prstGeom>
            <a:noFill/>
            <a:ln w="0">
              <a:noFill/>
            </a:ln>
          </p:spPr>
        </p:pic>
        <p:pic>
          <p:nvPicPr>
            <p:cNvPr id="58" name="Google Shape;129;p21"/>
            <p:cNvPicPr/>
            <p:nvPr/>
          </p:nvPicPr>
          <p:blipFill>
            <a:blip r:embed="rId3">
              <a:alphaModFix amt="90000"/>
            </a:blip>
            <a:srcRect r="51336"/>
            <a:stretch/>
          </p:blipFill>
          <p:spPr>
            <a:xfrm flipH="1">
              <a:off x="3456720" y="0"/>
              <a:ext cx="4448880" cy="5143320"/>
            </a:xfrm>
            <a:prstGeom prst="rect">
              <a:avLst/>
            </a:prstGeom>
            <a:noFill/>
            <a:ln w="0">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59" name="Google Shape;131;p22"/>
          <p:cNvGrpSpPr/>
          <p:nvPr/>
        </p:nvGrpSpPr>
        <p:grpSpPr>
          <a:xfrm>
            <a:off x="0" y="0"/>
            <a:ext cx="9143640" cy="5143320"/>
            <a:chOff x="0" y="0"/>
            <a:chExt cx="9143640" cy="5143320"/>
          </a:xfrm>
        </p:grpSpPr>
        <p:pic>
          <p:nvPicPr>
            <p:cNvPr id="60" name="Google Shape;132;p22"/>
            <p:cNvPicPr/>
            <p:nvPr/>
          </p:nvPicPr>
          <p:blipFill>
            <a:blip r:embed="rId2"/>
            <a:stretch/>
          </p:blipFill>
          <p:spPr>
            <a:xfrm>
              <a:off x="0" y="0"/>
              <a:ext cx="9143640" cy="5143320"/>
            </a:xfrm>
            <a:prstGeom prst="rect">
              <a:avLst/>
            </a:prstGeom>
            <a:noFill/>
            <a:ln w="0">
              <a:noFill/>
            </a:ln>
          </p:spPr>
        </p:pic>
        <p:pic>
          <p:nvPicPr>
            <p:cNvPr id="61" name="Google Shape;133;p22"/>
            <p:cNvPicPr/>
            <p:nvPr/>
          </p:nvPicPr>
          <p:blipFill>
            <a:blip r:embed="rId3">
              <a:alphaModFix amt="90000"/>
            </a:blip>
            <a:srcRect t="41662"/>
            <a:stretch/>
          </p:blipFill>
          <p:spPr>
            <a:xfrm rot="10800000" flipH="1">
              <a:off x="0" y="802800"/>
              <a:ext cx="9143640" cy="2999880"/>
            </a:xfrm>
            <a:prstGeom prst="rect">
              <a:avLst/>
            </a:prstGeom>
            <a:noFill/>
            <a:ln w="0">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65" name="Google Shape;25;p5"/>
          <p:cNvGrpSpPr/>
          <p:nvPr/>
        </p:nvGrpSpPr>
        <p:grpSpPr>
          <a:xfrm>
            <a:off x="0" y="0"/>
            <a:ext cx="9143640" cy="5143320"/>
            <a:chOff x="0" y="0"/>
            <a:chExt cx="9143640" cy="5143320"/>
          </a:xfrm>
        </p:grpSpPr>
        <p:pic>
          <p:nvPicPr>
            <p:cNvPr id="66" name="Google Shape;26;p5"/>
            <p:cNvPicPr/>
            <p:nvPr/>
          </p:nvPicPr>
          <p:blipFill>
            <a:blip r:embed="rId2"/>
            <a:stretch/>
          </p:blipFill>
          <p:spPr>
            <a:xfrm>
              <a:off x="0" y="0"/>
              <a:ext cx="9143640" cy="5143320"/>
            </a:xfrm>
            <a:prstGeom prst="rect">
              <a:avLst/>
            </a:prstGeom>
            <a:noFill/>
            <a:ln w="0">
              <a:noFill/>
            </a:ln>
          </p:spPr>
        </p:pic>
        <p:pic>
          <p:nvPicPr>
            <p:cNvPr id="67" name="Google Shape;27;p5"/>
            <p:cNvPicPr/>
            <p:nvPr/>
          </p:nvPicPr>
          <p:blipFill>
            <a:blip r:embed="rId3">
              <a:alphaModFix amt="90000"/>
            </a:blip>
            <a:srcRect t="11611" b="33973"/>
            <a:stretch/>
          </p:blipFill>
          <p:spPr>
            <a:xfrm>
              <a:off x="0" y="2344680"/>
              <a:ext cx="9143640" cy="2798280"/>
            </a:xfrm>
            <a:prstGeom prst="rect">
              <a:avLst/>
            </a:prstGeom>
            <a:noFill/>
            <a:ln w="0">
              <a:noFill/>
            </a:ln>
          </p:spPr>
        </p:pic>
      </p:grpSp>
      <p:sp>
        <p:nvSpPr>
          <p:cNvPr id="68" name="PlaceHolder 1"/>
          <p:cNvSpPr>
            <a:spLocks noGrp="1"/>
          </p:cNvSpPr>
          <p:nvPr>
            <p:ph type="title"/>
          </p:nvPr>
        </p:nvSpPr>
        <p:spPr>
          <a:xfrm>
            <a:off x="228600" y="210240"/>
            <a:ext cx="6066000" cy="213408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69" name="Google Shape;32;p6"/>
          <p:cNvGrpSpPr/>
          <p:nvPr/>
        </p:nvGrpSpPr>
        <p:grpSpPr>
          <a:xfrm>
            <a:off x="0" y="0"/>
            <a:ext cx="9144000" cy="5143320"/>
            <a:chOff x="0" y="0"/>
            <a:chExt cx="9144000" cy="5143320"/>
          </a:xfrm>
        </p:grpSpPr>
        <p:pic>
          <p:nvPicPr>
            <p:cNvPr id="70" name="Google Shape;33;p6"/>
            <p:cNvPicPr/>
            <p:nvPr/>
          </p:nvPicPr>
          <p:blipFill>
            <a:blip r:embed="rId2"/>
            <a:stretch/>
          </p:blipFill>
          <p:spPr>
            <a:xfrm>
              <a:off x="0" y="0"/>
              <a:ext cx="9143640" cy="5143320"/>
            </a:xfrm>
            <a:prstGeom prst="rect">
              <a:avLst/>
            </a:prstGeom>
            <a:noFill/>
            <a:ln w="0">
              <a:noFill/>
            </a:ln>
          </p:spPr>
        </p:pic>
        <p:pic>
          <p:nvPicPr>
            <p:cNvPr id="71" name="Google Shape;34;p6"/>
            <p:cNvPicPr/>
            <p:nvPr/>
          </p:nvPicPr>
          <p:blipFill>
            <a:blip r:embed="rId3">
              <a:alphaModFix amt="90000"/>
            </a:blip>
            <a:srcRect b="35334"/>
            <a:stretch/>
          </p:blipFill>
          <p:spPr>
            <a:xfrm flipH="1">
              <a:off x="360" y="1817640"/>
              <a:ext cx="9143640" cy="3325680"/>
            </a:xfrm>
            <a:prstGeom prst="rect">
              <a:avLst/>
            </a:prstGeom>
            <a:noFill/>
            <a:ln w="0">
              <a:noFill/>
            </a:ln>
          </p:spPr>
        </p:pic>
      </p:grpSp>
      <p:sp>
        <p:nvSpPr>
          <p:cNvPr id="72" name="PlaceHolder 1"/>
          <p:cNvSpPr>
            <a:spLocks noGrp="1"/>
          </p:cNvSpPr>
          <p:nvPr>
            <p:ph type="title"/>
          </p:nvPr>
        </p:nvSpPr>
        <p:spPr>
          <a:xfrm>
            <a:off x="228600" y="3776400"/>
            <a:ext cx="8686440" cy="117000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1_1">
    <p:bg>
      <p:bgPr>
        <a:solidFill>
          <a:schemeClr val="lt1"/>
        </a:solidFill>
        <a:effectLst/>
      </p:bgPr>
    </p:bg>
    <p:spTree>
      <p:nvGrpSpPr>
        <p:cNvPr id="1" name=""/>
        <p:cNvGrpSpPr/>
        <p:nvPr/>
      </p:nvGrpSpPr>
      <p:grpSpPr>
        <a:xfrm>
          <a:off x="0" y="0"/>
          <a:ext cx="0" cy="0"/>
          <a:chOff x="0" y="0"/>
          <a:chExt cx="0" cy="0"/>
        </a:xfrm>
      </p:grpSpPr>
      <p:pic>
        <p:nvPicPr>
          <p:cNvPr id="9" name="Google Shape;58;p13"/>
          <p:cNvPicPr/>
          <p:nvPr/>
        </p:nvPicPr>
        <p:blipFill>
          <a:blip r:embed="rId2"/>
          <a:stretch/>
        </p:blipFill>
        <p:spPr>
          <a:xfrm>
            <a:off x="0" y="0"/>
            <a:ext cx="9143640" cy="5143320"/>
          </a:xfrm>
          <a:prstGeom prst="rect">
            <a:avLst/>
          </a:prstGeom>
          <a:noFill/>
          <a:ln w="0">
            <a:noFill/>
          </a:ln>
        </p:spPr>
      </p:pic>
      <p:sp>
        <p:nvSpPr>
          <p:cNvPr id="10" name="PlaceHolder 1"/>
          <p:cNvSpPr>
            <a:spLocks noGrp="1"/>
          </p:cNvSpPr>
          <p:nvPr>
            <p:ph type="title"/>
          </p:nvPr>
        </p:nvSpPr>
        <p:spPr>
          <a:xfrm>
            <a:off x="228600" y="210240"/>
            <a:ext cx="8686440" cy="57564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11" name="PlaceHolder 2"/>
          <p:cNvSpPr>
            <a:spLocks noGrp="1"/>
          </p:cNvSpPr>
          <p:nvPr>
            <p:ph type="title"/>
          </p:nvPr>
        </p:nvSpPr>
        <p:spPr>
          <a:xfrm>
            <a:off x="228600" y="143640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2" name="PlaceHolder 3"/>
          <p:cNvSpPr>
            <a:spLocks noGrp="1"/>
          </p:cNvSpPr>
          <p:nvPr>
            <p:ph type="title"/>
          </p:nvPr>
        </p:nvSpPr>
        <p:spPr>
          <a:xfrm>
            <a:off x="228600" y="187848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3" name="PlaceHolder 4"/>
          <p:cNvSpPr>
            <a:spLocks noGrp="1"/>
          </p:cNvSpPr>
          <p:nvPr>
            <p:ph type="title"/>
          </p:nvPr>
        </p:nvSpPr>
        <p:spPr>
          <a:xfrm>
            <a:off x="228600" y="232056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4" name="PlaceHolder 5"/>
          <p:cNvSpPr>
            <a:spLocks noGrp="1"/>
          </p:cNvSpPr>
          <p:nvPr>
            <p:ph type="title"/>
          </p:nvPr>
        </p:nvSpPr>
        <p:spPr>
          <a:xfrm>
            <a:off x="228600" y="276264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5" name="PlaceHolder 6"/>
          <p:cNvSpPr>
            <a:spLocks noGrp="1"/>
          </p:cNvSpPr>
          <p:nvPr>
            <p:ph type="title"/>
          </p:nvPr>
        </p:nvSpPr>
        <p:spPr>
          <a:xfrm>
            <a:off x="228600" y="320472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6" name="PlaceHolder 7"/>
          <p:cNvSpPr>
            <a:spLocks noGrp="1"/>
          </p:cNvSpPr>
          <p:nvPr>
            <p:ph type="title"/>
          </p:nvPr>
        </p:nvSpPr>
        <p:spPr>
          <a:xfrm>
            <a:off x="228600" y="364680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7" name="PlaceHolder 8"/>
          <p:cNvSpPr>
            <a:spLocks noGrp="1"/>
          </p:cNvSpPr>
          <p:nvPr>
            <p:ph type="title"/>
          </p:nvPr>
        </p:nvSpPr>
        <p:spPr>
          <a:xfrm>
            <a:off x="228600" y="408888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18" name="PlaceHolder 9"/>
          <p:cNvSpPr>
            <a:spLocks noGrp="1"/>
          </p:cNvSpPr>
          <p:nvPr>
            <p:ph type="title"/>
          </p:nvPr>
        </p:nvSpPr>
        <p:spPr>
          <a:xfrm>
            <a:off x="228600" y="4530960"/>
            <a:ext cx="727560" cy="384120"/>
          </a:xfrm>
          <a:prstGeom prst="rect">
            <a:avLst/>
          </a:prstGeom>
          <a:noFill/>
          <a:ln w="0">
            <a:noFill/>
          </a:ln>
        </p:spPr>
        <p:txBody>
          <a:bodyPr lIns="91440" tIns="91440" rIns="91440" bIns="91440" anchor="ctr">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4" name="Google Shape;83;p15"/>
          <p:cNvPicPr/>
          <p:nvPr/>
        </p:nvPicPr>
        <p:blipFill>
          <a:blip r:embed="rId2"/>
          <a:stretch/>
        </p:blipFill>
        <p:spPr>
          <a:xfrm>
            <a:off x="0" y="0"/>
            <a:ext cx="9143640" cy="5143320"/>
          </a:xfrm>
          <a:prstGeom prst="rect">
            <a:avLst/>
          </a:prstGeom>
          <a:noFill/>
          <a:ln w="0">
            <a:noFill/>
          </a:ln>
        </p:spPr>
      </p:pic>
      <p:sp>
        <p:nvSpPr>
          <p:cNvPr id="25" name="PlaceHolder 1"/>
          <p:cNvSpPr>
            <a:spLocks noGrp="1"/>
          </p:cNvSpPr>
          <p:nvPr>
            <p:ph type="title"/>
          </p:nvPr>
        </p:nvSpPr>
        <p:spPr>
          <a:xfrm>
            <a:off x="228600" y="3776400"/>
            <a:ext cx="3719520" cy="117108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26" name="PlaceHolder 2"/>
          <p:cNvSpPr>
            <a:spLocks noGrp="1"/>
          </p:cNvSpPr>
          <p:nvPr>
            <p:ph type="body"/>
          </p:nvPr>
        </p:nvSpPr>
        <p:spPr>
          <a:xfrm>
            <a:off x="1476000" y="343080"/>
            <a:ext cx="1855800" cy="275724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16_1_1">
    <p:bg>
      <p:bgPr>
        <a:solidFill>
          <a:schemeClr val="lt1"/>
        </a:solidFill>
        <a:effectLst/>
      </p:bgPr>
    </p:bg>
    <p:spTree>
      <p:nvGrpSpPr>
        <p:cNvPr id="1" name=""/>
        <p:cNvGrpSpPr/>
        <p:nvPr/>
      </p:nvGrpSpPr>
      <p:grpSpPr>
        <a:xfrm>
          <a:off x="0" y="0"/>
          <a:ext cx="0" cy="0"/>
          <a:chOff x="0" y="0"/>
          <a:chExt cx="0" cy="0"/>
        </a:xfrm>
      </p:grpSpPr>
      <p:pic>
        <p:nvPicPr>
          <p:cNvPr id="27" name="Google Shape;88;p16"/>
          <p:cNvPicPr/>
          <p:nvPr/>
        </p:nvPicPr>
        <p:blipFill>
          <a:blip r:embed="rId2"/>
          <a:stretch/>
        </p:blipFill>
        <p:spPr>
          <a:xfrm>
            <a:off x="0" y="0"/>
            <a:ext cx="9143640" cy="5143320"/>
          </a:xfrm>
          <a:prstGeom prst="rect">
            <a:avLst/>
          </a:prstGeom>
          <a:noFill/>
          <a:ln w="0">
            <a:noFill/>
          </a:ln>
        </p:spPr>
      </p:pic>
      <p:sp>
        <p:nvSpPr>
          <p:cNvPr id="28" name="PlaceHolder 1"/>
          <p:cNvSpPr>
            <a:spLocks noGrp="1"/>
          </p:cNvSpPr>
          <p:nvPr>
            <p:ph type="title"/>
          </p:nvPr>
        </p:nvSpPr>
        <p:spPr>
          <a:xfrm>
            <a:off x="228600" y="3777480"/>
            <a:ext cx="3211920" cy="117216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568040" y="228600"/>
            <a:ext cx="1243440" cy="349920"/>
          </a:xfrm>
          <a:prstGeom prst="rect">
            <a:avLst/>
          </a:prstGeom>
          <a:noFill/>
          <a:ln w="0">
            <a:noFill/>
          </a:ln>
        </p:spPr>
        <p:txBody>
          <a:bodyPr lIns="91440" tIns="91440" rIns="91440" bIns="91440" anchor="b">
            <a:noAutofit/>
          </a:bodyPr>
          <a:lstStyle/>
          <a:p>
            <a:pPr indent="0">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0" name="PlaceHolder 3"/>
          <p:cNvSpPr>
            <a:spLocks noGrp="1"/>
          </p:cNvSpPr>
          <p:nvPr>
            <p:ph type="title"/>
          </p:nvPr>
        </p:nvSpPr>
        <p:spPr>
          <a:xfrm>
            <a:off x="1472400" y="228600"/>
            <a:ext cx="1243440" cy="349920"/>
          </a:xfrm>
          <a:prstGeom prst="rect">
            <a:avLst/>
          </a:prstGeom>
          <a:noFill/>
          <a:ln w="0">
            <a:noFill/>
          </a:ln>
        </p:spPr>
        <p:txBody>
          <a:bodyPr lIns="91440" tIns="91440" rIns="91440" bIns="91440" anchor="b">
            <a:noAutofit/>
          </a:bodyPr>
          <a:lstStyle/>
          <a:p>
            <a:pPr indent="0">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1" name="PlaceHolder 4"/>
          <p:cNvSpPr>
            <a:spLocks noGrp="1"/>
          </p:cNvSpPr>
          <p:nvPr>
            <p:ph type="title"/>
          </p:nvPr>
        </p:nvSpPr>
        <p:spPr>
          <a:xfrm>
            <a:off x="7675560" y="228600"/>
            <a:ext cx="1243440" cy="349920"/>
          </a:xfrm>
          <a:prstGeom prst="rect">
            <a:avLst/>
          </a:prstGeom>
          <a:noFill/>
          <a:ln w="0">
            <a:noFill/>
          </a:ln>
        </p:spPr>
        <p:txBody>
          <a:bodyPr lIns="91440" tIns="91440" rIns="91440" bIns="91440" anchor="b">
            <a:noAutofit/>
          </a:bodyPr>
          <a:lstStyle/>
          <a:p>
            <a:pPr indent="0">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23_1">
    <p:bg>
      <p:bgPr>
        <a:solidFill>
          <a:schemeClr val="lt1"/>
        </a:solidFill>
        <a:effectLst/>
      </p:bgPr>
    </p:bg>
    <p:spTree>
      <p:nvGrpSpPr>
        <p:cNvPr id="1" name=""/>
        <p:cNvGrpSpPr/>
        <p:nvPr/>
      </p:nvGrpSpPr>
      <p:grpSpPr>
        <a:xfrm>
          <a:off x="0" y="0"/>
          <a:ext cx="0" cy="0"/>
          <a:chOff x="0" y="0"/>
          <a:chExt cx="0" cy="0"/>
        </a:xfrm>
      </p:grpSpPr>
      <p:pic>
        <p:nvPicPr>
          <p:cNvPr id="32" name="Google Shape;97;p17"/>
          <p:cNvPicPr/>
          <p:nvPr/>
        </p:nvPicPr>
        <p:blipFill>
          <a:blip r:embed="rId2"/>
          <a:stretch/>
        </p:blipFill>
        <p:spPr>
          <a:xfrm>
            <a:off x="0" y="0"/>
            <a:ext cx="9143640" cy="5143320"/>
          </a:xfrm>
          <a:prstGeom prst="rect">
            <a:avLst/>
          </a:prstGeom>
          <a:noFill/>
          <a:ln w="0">
            <a:noFill/>
          </a:ln>
        </p:spPr>
      </p:pic>
      <p:sp>
        <p:nvSpPr>
          <p:cNvPr id="33" name="PlaceHolder 1"/>
          <p:cNvSpPr>
            <a:spLocks noGrp="1"/>
          </p:cNvSpPr>
          <p:nvPr>
            <p:ph type="title"/>
          </p:nvPr>
        </p:nvSpPr>
        <p:spPr>
          <a:xfrm>
            <a:off x="228600" y="210240"/>
            <a:ext cx="8686440" cy="57240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34" name="PlaceHolder 2"/>
          <p:cNvSpPr>
            <a:spLocks noGrp="1"/>
          </p:cNvSpPr>
          <p:nvPr>
            <p:ph type="title"/>
          </p:nvPr>
        </p:nvSpPr>
        <p:spPr>
          <a:xfrm>
            <a:off x="8300520" y="4604400"/>
            <a:ext cx="613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5" name="PlaceHolder 3"/>
          <p:cNvSpPr>
            <a:spLocks noGrp="1"/>
          </p:cNvSpPr>
          <p:nvPr>
            <p:ph type="title"/>
          </p:nvPr>
        </p:nvSpPr>
        <p:spPr>
          <a:xfrm>
            <a:off x="8300520" y="2056320"/>
            <a:ext cx="613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6" name="PlaceHolder 4"/>
          <p:cNvSpPr>
            <a:spLocks noGrp="1"/>
          </p:cNvSpPr>
          <p:nvPr>
            <p:ph type="title"/>
          </p:nvPr>
        </p:nvSpPr>
        <p:spPr>
          <a:xfrm>
            <a:off x="3343680" y="2056680"/>
            <a:ext cx="61200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7" name="PlaceHolder 5"/>
          <p:cNvSpPr>
            <a:spLocks noGrp="1"/>
          </p:cNvSpPr>
          <p:nvPr>
            <p:ph type="title"/>
          </p:nvPr>
        </p:nvSpPr>
        <p:spPr>
          <a:xfrm>
            <a:off x="3343680" y="4604400"/>
            <a:ext cx="61272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8" name="PlaceHolder 6"/>
          <p:cNvSpPr>
            <a:spLocks noGrp="1"/>
          </p:cNvSpPr>
          <p:nvPr>
            <p:ph type="title"/>
          </p:nvPr>
        </p:nvSpPr>
        <p:spPr>
          <a:xfrm>
            <a:off x="8300520" y="3330360"/>
            <a:ext cx="613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
        <p:nvSpPr>
          <p:cNvPr id="39" name="PlaceHolder 7"/>
          <p:cNvSpPr>
            <a:spLocks noGrp="1"/>
          </p:cNvSpPr>
          <p:nvPr>
            <p:ph type="title"/>
          </p:nvPr>
        </p:nvSpPr>
        <p:spPr>
          <a:xfrm>
            <a:off x="3343320" y="3330360"/>
            <a:ext cx="61272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Cossette Texte"/>
                <a:ea typeface="Cossette Texte"/>
              </a:rPr>
              <a:t>xx%</a:t>
            </a:r>
            <a:endParaRPr lang="fr-FR" sz="1400" b="0" u="none" strike="noStrike">
              <a:solidFill>
                <a:schemeClr val="dk1"/>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ONLY_1_1">
    <p:bg>
      <p:bgPr>
        <a:solidFill>
          <a:schemeClr val="lt1"/>
        </a:solidFill>
        <a:effectLst/>
      </p:bgPr>
    </p:bg>
    <p:spTree>
      <p:nvGrpSpPr>
        <p:cNvPr id="1" name=""/>
        <p:cNvGrpSpPr/>
        <p:nvPr/>
      </p:nvGrpSpPr>
      <p:grpSpPr>
        <a:xfrm>
          <a:off x="0" y="0"/>
          <a:ext cx="0" cy="0"/>
          <a:chOff x="0" y="0"/>
          <a:chExt cx="0" cy="0"/>
        </a:xfrm>
      </p:grpSpPr>
      <p:pic>
        <p:nvPicPr>
          <p:cNvPr id="44" name="Google Shape;117;p19"/>
          <p:cNvPicPr/>
          <p:nvPr/>
        </p:nvPicPr>
        <p:blipFill>
          <a:blip r:embed="rId2"/>
          <a:stretch/>
        </p:blipFill>
        <p:spPr>
          <a:xfrm>
            <a:off x="0" y="0"/>
            <a:ext cx="9143640" cy="5143320"/>
          </a:xfrm>
          <a:prstGeom prst="rect">
            <a:avLst/>
          </a:prstGeom>
          <a:noFill/>
          <a:ln w="0">
            <a:noFill/>
          </a:ln>
        </p:spPr>
      </p:pic>
      <p:sp>
        <p:nvSpPr>
          <p:cNvPr id="45" name="PlaceHolder 1"/>
          <p:cNvSpPr>
            <a:spLocks noGrp="1"/>
          </p:cNvSpPr>
          <p:nvPr>
            <p:ph type="title"/>
          </p:nvPr>
        </p:nvSpPr>
        <p:spPr>
          <a:xfrm>
            <a:off x="228600" y="210240"/>
            <a:ext cx="8686440" cy="57240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46" name="Google Shape;120;p20"/>
          <p:cNvGrpSpPr/>
          <p:nvPr/>
        </p:nvGrpSpPr>
        <p:grpSpPr>
          <a:xfrm>
            <a:off x="0" y="0"/>
            <a:ext cx="9143640" cy="5143680"/>
            <a:chOff x="0" y="0"/>
            <a:chExt cx="9143640" cy="5143680"/>
          </a:xfrm>
        </p:grpSpPr>
        <p:pic>
          <p:nvPicPr>
            <p:cNvPr id="47" name="Google Shape;121;p20"/>
            <p:cNvPicPr/>
            <p:nvPr/>
          </p:nvPicPr>
          <p:blipFill>
            <a:blip r:embed="rId2"/>
            <a:stretch/>
          </p:blipFill>
          <p:spPr>
            <a:xfrm>
              <a:off x="0" y="0"/>
              <a:ext cx="9143640" cy="5143320"/>
            </a:xfrm>
            <a:prstGeom prst="rect">
              <a:avLst/>
            </a:prstGeom>
            <a:noFill/>
            <a:ln w="0">
              <a:noFill/>
            </a:ln>
          </p:spPr>
        </p:pic>
        <p:pic>
          <p:nvPicPr>
            <p:cNvPr id="48" name="Google Shape;122;p20"/>
            <p:cNvPicPr/>
            <p:nvPr/>
          </p:nvPicPr>
          <p:blipFill>
            <a:blip r:embed="rId3"/>
            <a:srcRect t="5295" b="53139"/>
            <a:stretch/>
          </p:blipFill>
          <p:spPr>
            <a:xfrm rot="10800000" flipH="1">
              <a:off x="0" y="3006000"/>
              <a:ext cx="9143640" cy="2137320"/>
            </a:xfrm>
            <a:prstGeom prst="rect">
              <a:avLst/>
            </a:prstGeom>
            <a:noFill/>
            <a:ln w="0">
              <a:noFill/>
            </a:ln>
          </p:spPr>
        </p:pic>
      </p:grpSp>
      <p:sp>
        <p:nvSpPr>
          <p:cNvPr id="49" name="PlaceHolder 1"/>
          <p:cNvSpPr>
            <a:spLocks noGrp="1"/>
          </p:cNvSpPr>
          <p:nvPr>
            <p:ph type="title"/>
          </p:nvPr>
        </p:nvSpPr>
        <p:spPr>
          <a:xfrm>
            <a:off x="228600" y="192960"/>
            <a:ext cx="3733920" cy="117108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50" name="Google Shape;125;p20"/>
          <p:cNvSpPr/>
          <p:nvPr/>
        </p:nvSpPr>
        <p:spPr>
          <a:xfrm>
            <a:off x="2715840" y="4358880"/>
            <a:ext cx="37339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gn="ctr" defTabSz="914400">
              <a:lnSpc>
                <a:spcPct val="100000"/>
              </a:lnSpc>
              <a:spcBef>
                <a:spcPts val="300"/>
              </a:spcBef>
              <a:tabLst>
                <a:tab pos="0" algn="l"/>
              </a:tabLst>
            </a:pPr>
            <a:r>
              <a:rPr lang="en" sz="1000" b="1" u="none" strike="noStrike">
                <a:solidFill>
                  <a:schemeClr val="dk1"/>
                </a:solidFill>
                <a:effectLst/>
                <a:uFillTx/>
                <a:latin typeface="Inter Tight"/>
                <a:ea typeface="Inter Tight"/>
              </a:rPr>
              <a:t>CREDITS:</a:t>
            </a:r>
            <a:r>
              <a:rPr lang="en" sz="1000" b="0" u="none" strike="noStrike">
                <a:solidFill>
                  <a:schemeClr val="dk1"/>
                </a:solidFill>
                <a:effectLst/>
                <a:uFillTx/>
                <a:latin typeface="Inter Tight"/>
                <a:ea typeface="Inter Tight"/>
              </a:rPr>
              <a:t> This presentation template was created by </a:t>
            </a:r>
            <a:r>
              <a:rPr lang="en" sz="1000" b="1" u="sng" strike="noStrike">
                <a:solidFill>
                  <a:schemeClr val="hlink"/>
                </a:solidFill>
                <a:effectLst/>
                <a:uFillTx/>
                <a:latin typeface="Inter Tight"/>
                <a:ea typeface="Inter Tight"/>
                <a:hlinkClick r:id="rId4"/>
              </a:rPr>
              <a:t>Slidesgo</a:t>
            </a:r>
            <a:r>
              <a:rPr lang="en" sz="1000" b="0" u="none" strike="noStrike">
                <a:solidFill>
                  <a:schemeClr val="dk1"/>
                </a:solidFill>
                <a:effectLst/>
                <a:uFillTx/>
                <a:latin typeface="Inter Tight"/>
                <a:ea typeface="Inter Tight"/>
              </a:rPr>
              <a:t>, and includes icons, infographics &amp; images by </a:t>
            </a:r>
            <a:r>
              <a:rPr lang="en" sz="1000" b="1" u="sng" strike="noStrike">
                <a:solidFill>
                  <a:schemeClr val="dk1"/>
                </a:solidFill>
                <a:effectLst/>
                <a:uFillTx/>
                <a:latin typeface="Inter Tight"/>
                <a:ea typeface="Inter Tight"/>
                <a:hlinkClick r:id="rId5"/>
              </a:rPr>
              <a:t>Freepik</a:t>
            </a:r>
            <a:r>
              <a:rPr lang="en" sz="1000" b="0" u="sng" strike="noStrike">
                <a:solidFill>
                  <a:schemeClr val="dk1"/>
                </a:solidFill>
                <a:effectLst/>
                <a:uFillTx/>
                <a:latin typeface="Inter Tight"/>
                <a:ea typeface="Inter Tight"/>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51" name="Google Shape;15;p3"/>
          <p:cNvGrpSpPr/>
          <p:nvPr/>
        </p:nvGrpSpPr>
        <p:grpSpPr>
          <a:xfrm>
            <a:off x="0" y="0"/>
            <a:ext cx="9143640" cy="5143320"/>
            <a:chOff x="0" y="0"/>
            <a:chExt cx="9143640" cy="5143320"/>
          </a:xfrm>
        </p:grpSpPr>
        <p:pic>
          <p:nvPicPr>
            <p:cNvPr id="52" name="Google Shape;16;p3"/>
            <p:cNvPicPr/>
            <p:nvPr/>
          </p:nvPicPr>
          <p:blipFill>
            <a:blip r:embed="rId2"/>
            <a:stretch/>
          </p:blipFill>
          <p:spPr>
            <a:xfrm>
              <a:off x="0" y="0"/>
              <a:ext cx="9143640" cy="5143320"/>
            </a:xfrm>
            <a:prstGeom prst="rect">
              <a:avLst/>
            </a:prstGeom>
            <a:noFill/>
            <a:ln w="0">
              <a:noFill/>
            </a:ln>
          </p:spPr>
        </p:pic>
        <p:pic>
          <p:nvPicPr>
            <p:cNvPr id="53" name="Google Shape;17;p3"/>
            <p:cNvPicPr/>
            <p:nvPr/>
          </p:nvPicPr>
          <p:blipFill>
            <a:blip r:embed="rId3"/>
            <a:srcRect t="5295" b="53139"/>
            <a:stretch/>
          </p:blipFill>
          <p:spPr>
            <a:xfrm>
              <a:off x="0" y="0"/>
              <a:ext cx="9143640" cy="2137320"/>
            </a:xfrm>
            <a:prstGeom prst="rect">
              <a:avLst/>
            </a:prstGeom>
            <a:noFill/>
            <a:ln w="0">
              <a:noFill/>
            </a:ln>
          </p:spPr>
        </p:pic>
      </p:grpSp>
      <p:sp>
        <p:nvSpPr>
          <p:cNvPr id="54" name="PlaceHolder 1"/>
          <p:cNvSpPr>
            <a:spLocks noGrp="1"/>
          </p:cNvSpPr>
          <p:nvPr>
            <p:ph type="title"/>
          </p:nvPr>
        </p:nvSpPr>
        <p:spPr>
          <a:xfrm>
            <a:off x="228600" y="3454200"/>
            <a:ext cx="3719520" cy="1510920"/>
          </a:xfrm>
          <a:prstGeom prst="rect">
            <a:avLst/>
          </a:prstGeom>
          <a:noFill/>
          <a:ln w="0">
            <a:noFill/>
          </a:ln>
        </p:spPr>
        <p:txBody>
          <a:bodyPr lIns="91440" tIns="91440" rIns="91440" bIns="91440" anchor="b">
            <a:noAutofit/>
          </a:bodyPr>
          <a:lstStyle/>
          <a:p>
            <a:pPr indent="0">
              <a:buNone/>
            </a:pPr>
            <a:r>
              <a:rPr lang="fr-FR" sz="2500" b="0" u="none" strike="noStrike">
                <a:solidFill>
                  <a:schemeClr val="dk1"/>
                </a:solidFill>
                <a:effectLst/>
                <a:uFillTx/>
                <a:latin typeface="Arial"/>
              </a:rPr>
              <a:t>Click to edit the title text format</a:t>
            </a:r>
          </a:p>
        </p:txBody>
      </p:sp>
      <p:sp>
        <p:nvSpPr>
          <p:cNvPr id="55" name="PlaceHolder 2"/>
          <p:cNvSpPr>
            <a:spLocks noGrp="1"/>
          </p:cNvSpPr>
          <p:nvPr>
            <p:ph type="title"/>
          </p:nvPr>
        </p:nvSpPr>
        <p:spPr>
          <a:xfrm>
            <a:off x="4633560" y="2827440"/>
            <a:ext cx="1651680" cy="915480"/>
          </a:xfrm>
          <a:prstGeom prst="rect">
            <a:avLst/>
          </a:prstGeom>
          <a:noFill/>
          <a:ln w="0">
            <a:noFill/>
          </a:ln>
        </p:spPr>
        <p:txBody>
          <a:bodyPr lIns="91440" tIns="91440" rIns="91440" bIns="91440" anchor="b">
            <a:noAutofit/>
          </a:bodyPr>
          <a:lstStyle/>
          <a:p>
            <a:pPr indent="0">
              <a:lnSpc>
                <a:spcPct val="100000"/>
              </a:lnSpc>
              <a:buNone/>
            </a:pPr>
            <a:r>
              <a:rPr lang="fr-FR" sz="2500" b="0" u="none" strike="noStrike">
                <a:solidFill>
                  <a:schemeClr val="dk1"/>
                </a:solidFill>
                <a:effectLst/>
                <a:uFillTx/>
                <a:latin typeface="Cossette Texte"/>
                <a:ea typeface="Cossette Texte"/>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62" name="Google Shape;21;p4"/>
          <p:cNvPicPr/>
          <p:nvPr/>
        </p:nvPicPr>
        <p:blipFill>
          <a:blip r:embed="rId2"/>
          <a:stretch/>
        </p:blipFill>
        <p:spPr>
          <a:xfrm>
            <a:off x="0" y="0"/>
            <a:ext cx="9143640" cy="5143320"/>
          </a:xfrm>
          <a:prstGeom prst="rect">
            <a:avLst/>
          </a:prstGeom>
          <a:noFill/>
          <a:ln w="0">
            <a:noFill/>
          </a:ln>
        </p:spPr>
      </p:pic>
      <p:sp>
        <p:nvSpPr>
          <p:cNvPr id="63" name="PlaceHolder 1"/>
          <p:cNvSpPr>
            <a:spLocks noGrp="1"/>
          </p:cNvSpPr>
          <p:nvPr>
            <p:ph type="title"/>
          </p:nvPr>
        </p:nvSpPr>
        <p:spPr>
          <a:xfrm>
            <a:off x="228600" y="208440"/>
            <a:ext cx="8686440" cy="57240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64" name="PlaceHolder 2"/>
          <p:cNvSpPr>
            <a:spLocks noGrp="1"/>
          </p:cNvSpPr>
          <p:nvPr>
            <p:ph type="body"/>
          </p:nvPr>
        </p:nvSpPr>
        <p:spPr>
          <a:xfrm>
            <a:off x="1476000" y="1498680"/>
            <a:ext cx="7439040" cy="3416040"/>
          </a:xfrm>
          <a:prstGeom prst="rect">
            <a:avLst/>
          </a:prstGeom>
          <a:noFill/>
          <a:ln w="0">
            <a:noFill/>
          </a:ln>
        </p:spPr>
        <p:txBody>
          <a:bodyPr lIns="91440" tIns="91440" rIns="91440" bIns="91440" anchor="b">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73" name="Google Shape;37;p7"/>
          <p:cNvPicPr/>
          <p:nvPr/>
        </p:nvPicPr>
        <p:blipFill>
          <a:blip r:embed="rId2"/>
          <a:stretch/>
        </p:blipFill>
        <p:spPr>
          <a:xfrm>
            <a:off x="0" y="0"/>
            <a:ext cx="9143640" cy="5143320"/>
          </a:xfrm>
          <a:prstGeom prst="rect">
            <a:avLst/>
          </a:prstGeom>
          <a:noFill/>
          <a:ln w="0">
            <a:noFill/>
          </a:ln>
        </p:spPr>
      </p:pic>
      <p:sp>
        <p:nvSpPr>
          <p:cNvPr id="74" name="PlaceHolder 1"/>
          <p:cNvSpPr>
            <a:spLocks noGrp="1"/>
          </p:cNvSpPr>
          <p:nvPr>
            <p:ph type="title"/>
          </p:nvPr>
        </p:nvSpPr>
        <p:spPr>
          <a:xfrm>
            <a:off x="228600" y="2236320"/>
            <a:ext cx="3719520" cy="5724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75" name="Google Shape;41;p8"/>
          <p:cNvPicPr/>
          <p:nvPr/>
        </p:nvPicPr>
        <p:blipFill>
          <a:blip r:embed="rId2"/>
          <a:stretch/>
        </p:blipFill>
        <p:spPr>
          <a:xfrm>
            <a:off x="0" y="0"/>
            <a:ext cx="9143640" cy="5143320"/>
          </a:xfrm>
          <a:prstGeom prst="rect">
            <a:avLst/>
          </a:prstGeom>
          <a:noFill/>
          <a:ln w="0">
            <a:noFill/>
          </a:ln>
        </p:spPr>
      </p:pic>
      <p:sp>
        <p:nvSpPr>
          <p:cNvPr id="76" name="PlaceHolder 1"/>
          <p:cNvSpPr>
            <a:spLocks noGrp="1"/>
          </p:cNvSpPr>
          <p:nvPr>
            <p:ph type="title"/>
          </p:nvPr>
        </p:nvSpPr>
        <p:spPr>
          <a:xfrm>
            <a:off x="228600" y="228600"/>
            <a:ext cx="5606640" cy="234288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77" name="Google Shape;44;p9"/>
          <p:cNvPicPr/>
          <p:nvPr/>
        </p:nvPicPr>
        <p:blipFill>
          <a:blip r:embed="rId2"/>
          <a:stretch/>
        </p:blipFill>
        <p:spPr>
          <a:xfrm>
            <a:off x="0" y="0"/>
            <a:ext cx="9143640" cy="5143320"/>
          </a:xfrm>
          <a:prstGeom prst="rect">
            <a:avLst/>
          </a:prstGeom>
          <a:noFill/>
          <a:ln w="0">
            <a:noFill/>
          </a:ln>
        </p:spPr>
      </p:pic>
      <p:sp>
        <p:nvSpPr>
          <p:cNvPr id="78"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79"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80" name="PlaceHolder 2"/>
          <p:cNvSpPr>
            <a:spLocks noGrp="1"/>
          </p:cNvSpPr>
          <p:nvPr>
            <p:ph type="title"/>
          </p:nvPr>
        </p:nvSpPr>
        <p:spPr>
          <a:xfrm>
            <a:off x="228600" y="4342320"/>
            <a:ext cx="3726720" cy="572400"/>
          </a:xfrm>
          <a:prstGeom prst="rect">
            <a:avLst/>
          </a:prstGeom>
          <a:solidFill>
            <a:schemeClr val="lt1"/>
          </a:solid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81" name="Google Shape;139;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83" name="Google Shape;14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85"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190440"/>
            <a:ext cx="4200120" cy="1209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500" b="0" u="none" strike="noStrike" dirty="0">
                <a:solidFill>
                  <a:schemeClr val="dk1"/>
                </a:solidFill>
                <a:effectLst/>
                <a:uFillTx/>
                <a:latin typeface="Cossette Texte"/>
                <a:ea typeface="Cossette Texte"/>
              </a:rPr>
              <a:t>Internship</a:t>
            </a:r>
            <a:endParaRPr lang="fr-FR" sz="2500" b="0" u="none" strike="noStrike" dirty="0">
              <a:solidFill>
                <a:schemeClr val="dk1"/>
              </a:solidFill>
              <a:effectLst/>
              <a:uFillTx/>
              <a:latin typeface="Arial"/>
            </a:endParaRPr>
          </a:p>
          <a:p>
            <a:pPr indent="0">
              <a:lnSpc>
                <a:spcPct val="100000"/>
              </a:lnSpc>
              <a:buNone/>
              <a:tabLst>
                <a:tab pos="0" algn="l"/>
              </a:tabLst>
            </a:pPr>
            <a:r>
              <a:rPr lang="en-US" sz="2500" b="0" u="none" strike="noStrike" dirty="0">
                <a:solidFill>
                  <a:schemeClr val="dk1"/>
                </a:solidFill>
                <a:effectLst/>
                <a:uFillTx/>
                <a:latin typeface="Cossette Texte"/>
                <a:ea typeface="Cossette Texte"/>
              </a:rPr>
              <a:t>Report</a:t>
            </a:r>
            <a:endParaRPr lang="fr-FR" sz="2500" b="0" u="none" strike="noStrike" dirty="0">
              <a:solidFill>
                <a:schemeClr val="dk1"/>
              </a:solidFill>
              <a:effectLst/>
              <a:uFillTx/>
              <a:latin typeface="Arial"/>
            </a:endParaRPr>
          </a:p>
        </p:txBody>
      </p:sp>
      <p:sp>
        <p:nvSpPr>
          <p:cNvPr id="88" name="PlaceHolder 2"/>
          <p:cNvSpPr>
            <a:spLocks noGrp="1"/>
          </p:cNvSpPr>
          <p:nvPr>
            <p:ph type="subTitle"/>
          </p:nvPr>
        </p:nvSpPr>
        <p:spPr>
          <a:xfrm>
            <a:off x="4638600" y="190440"/>
            <a:ext cx="1514160" cy="1209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400" b="0" u="none" strike="noStrike">
                <a:solidFill>
                  <a:schemeClr val="dk1"/>
                </a:solidFill>
                <a:effectLst/>
                <a:uFillTx/>
                <a:latin typeface="Inter Tight"/>
                <a:ea typeface="Inter Tight"/>
              </a:rPr>
              <a:t>Library Management System Project Overview</a:t>
            </a:r>
            <a:endParaRPr lang="en-US" sz="1400" b="0" u="none" strike="noStrike">
              <a:solidFill>
                <a:srgbClr val="FFFFFF"/>
              </a:solidFill>
              <a:effectLst/>
              <a:uFillTx/>
              <a:latin typeface="OpenSymbol"/>
            </a:endParaRPr>
          </a:p>
        </p:txBody>
      </p:sp>
      <p:cxnSp>
        <p:nvCxnSpPr>
          <p:cNvPr id="89" name="Google Shape;152;p27"/>
          <p:cNvCxnSpPr/>
          <p:nvPr/>
        </p:nvCxnSpPr>
        <p:spPr>
          <a:xfrm flipV="1">
            <a:off x="4572000" y="-148320"/>
            <a:ext cx="360" cy="3911400"/>
          </a:xfrm>
          <a:prstGeom prst="straightConnector1">
            <a:avLst/>
          </a:prstGeom>
          <a:ln w="9525">
            <a:solidFill>
              <a:srgbClr val="EFEFEF"/>
            </a:solidFill>
            <a:prstDash val="dot"/>
            <a:round/>
            <a:headEnd type="oval"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228600" y="377208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a:solidFill>
                  <a:schemeClr val="dk1"/>
                </a:solidFill>
                <a:effectLst/>
                <a:uFillTx/>
                <a:latin typeface="Cossette Texte"/>
                <a:ea typeface="Cossette Texte"/>
              </a:rPr>
              <a:t>Introduction</a:t>
            </a:r>
            <a:endParaRPr lang="fr-FR" sz="1800" b="0" u="none" strike="noStrike">
              <a:solidFill>
                <a:schemeClr val="dk1"/>
              </a:solidFill>
              <a:effectLst/>
              <a:uFillTx/>
              <a:latin typeface="Arial"/>
            </a:endParaRPr>
          </a:p>
        </p:txBody>
      </p:sp>
      <p:sp>
        <p:nvSpPr>
          <p:cNvPr id="91" name="PlaceHolder 2"/>
          <p:cNvSpPr>
            <a:spLocks noGrp="1"/>
          </p:cNvSpPr>
          <p:nvPr>
            <p:ph type="subTitle"/>
          </p:nvPr>
        </p:nvSpPr>
        <p:spPr>
          <a:xfrm>
            <a:off x="228600" y="266760"/>
            <a:ext cx="6800400" cy="22762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This presentation covers the internship experience focused on developing a </a:t>
            </a:r>
            <a:r>
              <a:rPr lang="en-US" sz="1200" b="1" u="none" strike="noStrike">
                <a:solidFill>
                  <a:schemeClr val="dk1"/>
                </a:solidFill>
                <a:effectLst/>
                <a:uFillTx/>
                <a:latin typeface="Inter Tight"/>
                <a:ea typeface="Inter Tight"/>
              </a:rPr>
              <a:t>Library Management System</a:t>
            </a:r>
            <a:r>
              <a:rPr lang="en-US" sz="1200" b="0" u="none" strike="noStrike">
                <a:solidFill>
                  <a:schemeClr val="dk1"/>
                </a:solidFill>
                <a:effectLst/>
                <a:uFillTx/>
                <a:latin typeface="Inter Tight"/>
                <a:ea typeface="Inter Tight"/>
              </a:rPr>
              <a:t> at ZIUKE INFOTECH. The project involved practical application of web development skills using Python, Django, HTML, and CSS over 60 hours. Key highlights include system features, development process, challenges faced, and solutions implemented to automate and improve library operations.</a:t>
            </a:r>
            <a:endParaRPr lang="en-US" sz="1200" b="0" u="none" strike="noStrike">
              <a:solidFill>
                <a:srgbClr val="FFFFFF"/>
              </a:solidFill>
              <a:effectLst/>
              <a:uFillTx/>
              <a:latin typeface="OpenSymbol"/>
            </a:endParaRPr>
          </a:p>
        </p:txBody>
      </p:sp>
      <p:cxnSp>
        <p:nvCxnSpPr>
          <p:cNvPr id="92"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13200" y="374364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Internship</a:t>
            </a:r>
            <a:r>
              <a:rPr lang="fr-FR" sz="1800" dirty="0">
                <a:solidFill>
                  <a:schemeClr val="dk1"/>
                </a:solidFill>
                <a:latin typeface="Arial"/>
              </a:rPr>
              <a:t> </a:t>
            </a:r>
            <a:r>
              <a:rPr lang="en-US" sz="1800" b="0" u="none" strike="noStrike" dirty="0">
                <a:solidFill>
                  <a:schemeClr val="dk1"/>
                </a:solidFill>
                <a:effectLst/>
                <a:uFillTx/>
                <a:latin typeface="Cossette Texte"/>
                <a:ea typeface="Cossette Texte"/>
              </a:rPr>
              <a:t>Overview</a:t>
            </a:r>
            <a:endParaRPr lang="fr-FR" sz="1800" b="0" u="none" strike="noStrike" dirty="0">
              <a:solidFill>
                <a:schemeClr val="dk1"/>
              </a:solidFill>
              <a:effectLst/>
              <a:uFillTx/>
              <a:latin typeface="Arial"/>
            </a:endParaRPr>
          </a:p>
        </p:txBody>
      </p:sp>
      <p:cxnSp>
        <p:nvCxnSpPr>
          <p:cNvPr id="95"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228600" y="3772080"/>
            <a:ext cx="4120116"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Duration and</a:t>
            </a:r>
            <a:r>
              <a:rPr lang="fr-FR" sz="1800" dirty="0">
                <a:solidFill>
                  <a:schemeClr val="dk1"/>
                </a:solidFill>
                <a:latin typeface="Arial"/>
              </a:rPr>
              <a:t> </a:t>
            </a:r>
            <a:r>
              <a:rPr lang="en-US" sz="1800" b="0" u="none" strike="noStrike" dirty="0">
                <a:solidFill>
                  <a:schemeClr val="dk1"/>
                </a:solidFill>
                <a:effectLst/>
                <a:uFillTx/>
                <a:latin typeface="Cossette Texte"/>
                <a:ea typeface="Cossette Texte"/>
              </a:rPr>
              <a:t>Schedule</a:t>
            </a:r>
            <a:endParaRPr lang="fr-FR" sz="1800" b="0" u="none" strike="noStrike" dirty="0">
              <a:solidFill>
                <a:schemeClr val="dk1"/>
              </a:solidFill>
              <a:effectLst/>
              <a:uFillTx/>
              <a:latin typeface="Arial"/>
            </a:endParaRPr>
          </a:p>
        </p:txBody>
      </p:sp>
      <p:sp>
        <p:nvSpPr>
          <p:cNvPr id="97" name="PlaceHolder 2"/>
          <p:cNvSpPr>
            <a:spLocks noGrp="1"/>
          </p:cNvSpPr>
          <p:nvPr>
            <p:ph type="subTitle"/>
          </p:nvPr>
        </p:nvSpPr>
        <p:spPr>
          <a:xfrm>
            <a:off x="228600" y="266760"/>
            <a:ext cx="6800400" cy="22762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The internship lasted for </a:t>
            </a:r>
            <a:r>
              <a:rPr lang="en-US" sz="1200" b="1" u="none" strike="noStrike">
                <a:solidFill>
                  <a:schemeClr val="dk1"/>
                </a:solidFill>
                <a:effectLst/>
                <a:uFillTx/>
                <a:latin typeface="Inter Tight"/>
                <a:ea typeface="Inter Tight"/>
              </a:rPr>
              <a:t>60 hours</a:t>
            </a:r>
            <a:r>
              <a:rPr lang="en-US" sz="1200" b="0" u="none" strike="noStrike">
                <a:solidFill>
                  <a:schemeClr val="dk1"/>
                </a:solidFill>
                <a:effectLst/>
                <a:uFillTx/>
                <a:latin typeface="Inter Tight"/>
                <a:ea typeface="Inter Tight"/>
              </a:rPr>
              <a:t>, structured into theory sessions, hands-on coding, and project-based learning. The schedule progressed weekly: Python basics and Django introduction, Django models and views, frontend integration with HTML and CSS, and final system development and testing. This phased approach facilitated gradual skill acquisition and project completion.</a:t>
            </a:r>
            <a:endParaRPr lang="en-US" sz="1200" b="0" u="none" strike="noStrike">
              <a:solidFill>
                <a:srgbClr val="FFFFFF"/>
              </a:solidFill>
              <a:effectLst/>
              <a:uFillTx/>
              <a:latin typeface="OpenSymbol"/>
            </a:endParaRPr>
          </a:p>
        </p:txBody>
      </p:sp>
      <p:cxnSp>
        <p:nvCxnSpPr>
          <p:cNvPr id="98"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228960" y="390927"/>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Objectives and Learning Goals</a:t>
            </a:r>
            <a:endParaRPr lang="fr-FR" sz="1800" b="0" u="none" strike="noStrike" dirty="0">
              <a:solidFill>
                <a:schemeClr val="dk1"/>
              </a:solidFill>
              <a:effectLst/>
              <a:uFillTx/>
              <a:latin typeface="Arial"/>
            </a:endParaRPr>
          </a:p>
        </p:txBody>
      </p:sp>
      <p:sp>
        <p:nvSpPr>
          <p:cNvPr id="100" name="PlaceHolder 2"/>
          <p:cNvSpPr>
            <a:spLocks noGrp="1"/>
          </p:cNvSpPr>
          <p:nvPr>
            <p:ph type="subTitle"/>
          </p:nvPr>
        </p:nvSpPr>
        <p:spPr>
          <a:xfrm>
            <a:off x="228960" y="1198292"/>
            <a:ext cx="4343040" cy="234288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Inter Tight"/>
                <a:ea typeface="Inter Tight"/>
              </a:rPr>
              <a:t>The internship aimed to provide </a:t>
            </a:r>
            <a:r>
              <a:rPr lang="en-US" sz="1200" b="1" u="none" strike="noStrike" dirty="0">
                <a:solidFill>
                  <a:schemeClr val="dk1"/>
                </a:solidFill>
                <a:effectLst/>
                <a:uFillTx/>
                <a:latin typeface="Inter Tight"/>
                <a:ea typeface="Inter Tight"/>
              </a:rPr>
              <a:t>practical exposure</a:t>
            </a:r>
            <a:r>
              <a:rPr lang="en-US" sz="1200" b="0" u="none" strike="noStrike" dirty="0">
                <a:solidFill>
                  <a:schemeClr val="dk1"/>
                </a:solidFill>
                <a:effectLst/>
                <a:uFillTx/>
                <a:latin typeface="Inter Tight"/>
                <a:ea typeface="Inter Tight"/>
              </a:rPr>
              <a:t> to web development, deepen understanding of the Django framework, and apply theoretical knowledge in real-world scenarios. Additional goals included enhancing problem-solving and analytical skills while gaining experience in full-stack development, database management, and user interface design.</a:t>
            </a:r>
            <a:endParaRPr lang="en-US" sz="1200" b="0" u="none" strike="noStrike" dirty="0">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28600" y="377208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Tools and Technologies</a:t>
            </a:r>
            <a:r>
              <a:rPr lang="fr-FR" sz="1800" dirty="0">
                <a:solidFill>
                  <a:schemeClr val="dk1"/>
                </a:solidFill>
                <a:latin typeface="Arial"/>
              </a:rPr>
              <a:t> </a:t>
            </a:r>
            <a:r>
              <a:rPr lang="en-US" sz="1800" b="0" u="none" strike="noStrike" dirty="0">
                <a:solidFill>
                  <a:schemeClr val="dk1"/>
                </a:solidFill>
                <a:effectLst/>
                <a:uFillTx/>
                <a:latin typeface="Cossette Texte"/>
                <a:ea typeface="Cossette Texte"/>
              </a:rPr>
              <a:t>Used</a:t>
            </a:r>
            <a:endParaRPr lang="fr-FR" sz="1800" b="0" u="none" strike="noStrike" dirty="0">
              <a:solidFill>
                <a:schemeClr val="dk1"/>
              </a:solidFill>
              <a:effectLst/>
              <a:uFillTx/>
              <a:latin typeface="Arial"/>
            </a:endParaRPr>
          </a:p>
        </p:txBody>
      </p:sp>
      <p:sp>
        <p:nvSpPr>
          <p:cNvPr id="103" name="PlaceHolder 2"/>
          <p:cNvSpPr>
            <a:spLocks noGrp="1"/>
          </p:cNvSpPr>
          <p:nvPr>
            <p:ph type="subTitle"/>
          </p:nvPr>
        </p:nvSpPr>
        <p:spPr>
          <a:xfrm>
            <a:off x="228600" y="266760"/>
            <a:ext cx="6800400" cy="22762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Inter Tight"/>
                <a:ea typeface="Inter Tight"/>
              </a:rPr>
              <a:t>The project utilized </a:t>
            </a:r>
            <a:r>
              <a:rPr lang="en-US" sz="1200" b="1" u="none" strike="noStrike" dirty="0">
                <a:solidFill>
                  <a:schemeClr val="dk1"/>
                </a:solidFill>
                <a:effectLst/>
                <a:uFillTx/>
                <a:latin typeface="Inter Tight"/>
                <a:ea typeface="Inter Tight"/>
              </a:rPr>
              <a:t>Python</a:t>
            </a:r>
            <a:r>
              <a:rPr lang="en-US" sz="1200" b="0" u="none" strike="noStrike" dirty="0">
                <a:solidFill>
                  <a:schemeClr val="dk1"/>
                </a:solidFill>
                <a:effectLst/>
                <a:uFillTx/>
                <a:latin typeface="Inter Tight"/>
                <a:ea typeface="Inter Tight"/>
              </a:rPr>
              <a:t> for backend logic and the </a:t>
            </a:r>
            <a:r>
              <a:rPr lang="en-US" sz="1200" b="1" u="none" strike="noStrike" dirty="0">
                <a:solidFill>
                  <a:schemeClr val="dk1"/>
                </a:solidFill>
                <a:effectLst/>
                <a:uFillTx/>
                <a:latin typeface="Inter Tight"/>
                <a:ea typeface="Inter Tight"/>
              </a:rPr>
              <a:t>Django</a:t>
            </a:r>
            <a:r>
              <a:rPr lang="en-US" sz="1200" b="0" u="none" strike="noStrike" dirty="0">
                <a:solidFill>
                  <a:schemeClr val="dk1"/>
                </a:solidFill>
                <a:effectLst/>
                <a:uFillTx/>
                <a:latin typeface="Inter Tight"/>
                <a:ea typeface="Inter Tight"/>
              </a:rPr>
              <a:t> framework for web development, ensuring robust server-side functionality. Frontend design incorporated </a:t>
            </a:r>
            <a:r>
              <a:rPr lang="en-US" sz="1200" b="1" u="none" strike="noStrike" dirty="0">
                <a:solidFill>
                  <a:schemeClr val="dk1"/>
                </a:solidFill>
                <a:effectLst/>
                <a:uFillTx/>
                <a:latin typeface="Inter Tight"/>
                <a:ea typeface="Inter Tight"/>
              </a:rPr>
              <a:t>HTML</a:t>
            </a:r>
            <a:r>
              <a:rPr lang="en-US" sz="1200" b="0" u="none" strike="noStrike" dirty="0">
                <a:solidFill>
                  <a:schemeClr val="dk1"/>
                </a:solidFill>
                <a:effectLst/>
                <a:uFillTx/>
                <a:latin typeface="Inter Tight"/>
                <a:ea typeface="Inter Tight"/>
              </a:rPr>
              <a:t> and </a:t>
            </a:r>
            <a:r>
              <a:rPr lang="en-US" sz="1200" b="1" u="none" strike="noStrike" dirty="0">
                <a:solidFill>
                  <a:schemeClr val="dk1"/>
                </a:solidFill>
                <a:effectLst/>
                <a:uFillTx/>
                <a:latin typeface="Inter Tight"/>
                <a:ea typeface="Inter Tight"/>
              </a:rPr>
              <a:t>CSS</a:t>
            </a:r>
            <a:r>
              <a:rPr lang="en-US" sz="1200" b="0" u="none" strike="noStrike" dirty="0">
                <a:solidFill>
                  <a:schemeClr val="dk1"/>
                </a:solidFill>
                <a:effectLst/>
                <a:uFillTx/>
                <a:latin typeface="Inter Tight"/>
                <a:ea typeface="Inter Tight"/>
              </a:rPr>
              <a:t> for structuring and styling the user interface. The system used </a:t>
            </a:r>
            <a:r>
              <a:rPr lang="en-US" sz="1200" b="1" u="none" strike="noStrike" dirty="0">
                <a:solidFill>
                  <a:schemeClr val="dk1"/>
                </a:solidFill>
                <a:effectLst/>
                <a:uFillTx/>
                <a:latin typeface="Inter Tight"/>
                <a:ea typeface="Inter Tight"/>
              </a:rPr>
              <a:t>SQLite</a:t>
            </a:r>
            <a:r>
              <a:rPr lang="en-US" sz="1200" b="0" u="none" strike="noStrike" dirty="0">
                <a:solidFill>
                  <a:schemeClr val="dk1"/>
                </a:solidFill>
                <a:effectLst/>
                <a:uFillTx/>
                <a:latin typeface="Inter Tight"/>
                <a:ea typeface="Inter Tight"/>
              </a:rPr>
              <a:t> as the database for managing book and user data efficiently, supporting seamless integration between frontend and backend components.</a:t>
            </a:r>
            <a:endParaRPr lang="en-US" sz="1200" b="0" u="none" strike="noStrike" dirty="0">
              <a:solidFill>
                <a:srgbClr val="FFFFFF"/>
              </a:solidFill>
              <a:effectLst/>
              <a:uFillTx/>
              <a:latin typeface="OpenSymbol"/>
            </a:endParaRPr>
          </a:p>
        </p:txBody>
      </p:sp>
      <p:cxnSp>
        <p:nvCxnSpPr>
          <p:cNvPr id="104"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28600" y="377208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Library Management System Project</a:t>
            </a:r>
            <a:endParaRPr lang="fr-FR" sz="1800" b="0" u="none" strike="noStrike" dirty="0">
              <a:solidFill>
                <a:schemeClr val="dk1"/>
              </a:solidFill>
              <a:effectLst/>
              <a:uFillTx/>
              <a:latin typeface="Arial"/>
            </a:endParaRPr>
          </a:p>
        </p:txBody>
      </p:sp>
      <p:cxnSp>
        <p:nvCxnSpPr>
          <p:cNvPr id="107"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239232" y="140067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System Modules and Features</a:t>
            </a:r>
            <a:endParaRPr lang="fr-FR" sz="1800" b="0" u="none" strike="noStrike" dirty="0">
              <a:solidFill>
                <a:schemeClr val="dk1"/>
              </a:solidFill>
              <a:effectLst/>
              <a:uFillTx/>
              <a:latin typeface="Arial"/>
            </a:endParaRPr>
          </a:p>
        </p:txBody>
      </p:sp>
      <p:sp>
        <p:nvSpPr>
          <p:cNvPr id="109" name="PlaceHolder 2"/>
          <p:cNvSpPr>
            <a:spLocks noGrp="1"/>
          </p:cNvSpPr>
          <p:nvPr>
            <p:ph type="subTitle"/>
          </p:nvPr>
        </p:nvSpPr>
        <p:spPr>
          <a:xfrm>
            <a:off x="4582632" y="209790"/>
            <a:ext cx="4343040" cy="234288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The system consists of two main modules: </a:t>
            </a:r>
            <a:r>
              <a:rPr lang="en-US" sz="1200" b="1" u="none" strike="noStrike">
                <a:solidFill>
                  <a:schemeClr val="dk1"/>
                </a:solidFill>
                <a:effectLst/>
                <a:uFillTx/>
                <a:latin typeface="Inter Tight"/>
                <a:ea typeface="Inter Tight"/>
              </a:rPr>
              <a:t>Admin</a:t>
            </a:r>
            <a:r>
              <a:rPr lang="en-US" sz="1200" b="0" u="none" strike="noStrike">
                <a:solidFill>
                  <a:schemeClr val="dk1"/>
                </a:solidFill>
                <a:effectLst/>
                <a:uFillTx/>
                <a:latin typeface="Inter Tight"/>
                <a:ea typeface="Inter Tight"/>
              </a:rPr>
              <a:t> and </a:t>
            </a:r>
            <a:r>
              <a:rPr lang="en-US" sz="1200" b="1" u="none" strike="noStrike">
                <a:solidFill>
                  <a:schemeClr val="dk1"/>
                </a:solidFill>
                <a:effectLst/>
                <a:uFillTx/>
                <a:latin typeface="Inter Tight"/>
                <a:ea typeface="Inter Tight"/>
              </a:rPr>
              <a:t>User</a:t>
            </a:r>
            <a:r>
              <a:rPr lang="en-US" sz="1200" b="0" u="none" strike="noStrike">
                <a:solidFill>
                  <a:schemeClr val="dk1"/>
                </a:solidFill>
                <a:effectLst/>
                <a:uFillTx/>
                <a:latin typeface="Inter Tight"/>
                <a:ea typeface="Inter Tight"/>
              </a:rPr>
              <a:t>. The Admin module handles login authentication, book and user management, and oversees book issue and return records. The User module supports registration, book search, borrowing, returning, and viewing borrowing history, enhancing user interaction and operational automation within the library.</a:t>
            </a:r>
            <a:endParaRPr lang="en-US" sz="12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228600" y="377208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Development Process and</a:t>
            </a:r>
            <a:r>
              <a:rPr lang="fr-FR" sz="1800" dirty="0">
                <a:solidFill>
                  <a:schemeClr val="dk1"/>
                </a:solidFill>
                <a:latin typeface="Arial"/>
              </a:rPr>
              <a:t> </a:t>
            </a:r>
            <a:r>
              <a:rPr lang="en-US" sz="1800" b="0" u="none" strike="noStrike" dirty="0">
                <a:solidFill>
                  <a:schemeClr val="dk1"/>
                </a:solidFill>
                <a:effectLst/>
                <a:uFillTx/>
                <a:latin typeface="Cossette Texte"/>
                <a:ea typeface="Cossette Texte"/>
              </a:rPr>
              <a:t>Challenges</a:t>
            </a:r>
            <a:endParaRPr lang="fr-FR" sz="1800" b="0" u="none" strike="noStrike" dirty="0">
              <a:solidFill>
                <a:schemeClr val="dk1"/>
              </a:solidFill>
              <a:effectLst/>
              <a:uFillTx/>
              <a:latin typeface="Arial"/>
            </a:endParaRPr>
          </a:p>
        </p:txBody>
      </p:sp>
      <p:sp>
        <p:nvSpPr>
          <p:cNvPr id="112" name="PlaceHolder 2"/>
          <p:cNvSpPr>
            <a:spLocks noGrp="1"/>
          </p:cNvSpPr>
          <p:nvPr>
            <p:ph type="subTitle"/>
          </p:nvPr>
        </p:nvSpPr>
        <p:spPr>
          <a:xfrm>
            <a:off x="228600" y="266760"/>
            <a:ext cx="6800400" cy="22762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Development followed a structured approach: requirement analysis, database design, backend and frontend development, followed by testing. Key challenges included understanding Django’s MVC architecture, form validation, frontend-backend integration, and debugging. Overcoming these was essential for building a reliable, user-friendly system that effectively automated library tasks.</a:t>
            </a:r>
            <a:endParaRPr lang="en-US" sz="1200" b="0" u="none" strike="noStrike">
              <a:solidFill>
                <a:srgbClr val="FFFFFF"/>
              </a:solidFill>
              <a:effectLst/>
              <a:uFillTx/>
              <a:latin typeface="OpenSymbol"/>
            </a:endParaRPr>
          </a:p>
        </p:txBody>
      </p:sp>
      <p:cxnSp>
        <p:nvCxnSpPr>
          <p:cNvPr id="113"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28600" y="3772080"/>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Solutions and Outcomes</a:t>
            </a:r>
            <a:endParaRPr lang="fr-FR" sz="1800" b="0" u="none" strike="noStrike" dirty="0">
              <a:solidFill>
                <a:schemeClr val="dk1"/>
              </a:solidFill>
              <a:effectLst/>
              <a:uFillTx/>
              <a:latin typeface="Arial"/>
            </a:endParaRPr>
          </a:p>
        </p:txBody>
      </p:sp>
      <p:sp>
        <p:nvSpPr>
          <p:cNvPr id="115" name="PlaceHolder 2"/>
          <p:cNvSpPr>
            <a:spLocks noGrp="1"/>
          </p:cNvSpPr>
          <p:nvPr>
            <p:ph type="subTitle"/>
          </p:nvPr>
        </p:nvSpPr>
        <p:spPr>
          <a:xfrm>
            <a:off x="228600" y="266760"/>
            <a:ext cx="6800400" cy="22762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Challenges were addressed through regular practice using Django examples, comprehensive use of official documentation, and guidance from mentors and peer discussions. These solutions led to a well-functioning Library Management System that reduced manual processes, streamlined operations, and improved accuracy in managing book lending and returns.</a:t>
            </a:r>
            <a:endParaRPr lang="en-US" sz="1200" b="0" u="none" strike="noStrike">
              <a:solidFill>
                <a:srgbClr val="FFFFFF"/>
              </a:solidFill>
              <a:effectLst/>
              <a:uFillTx/>
              <a:latin typeface="OpenSymbol"/>
            </a:endParaRPr>
          </a:p>
        </p:txBody>
      </p:sp>
      <p:cxnSp>
        <p:nvCxnSpPr>
          <p:cNvPr id="116" name="Google Shape;221;p30"/>
          <p:cNvCxnSpPr/>
          <p:nvPr/>
        </p:nvCxnSpPr>
        <p:spPr>
          <a:xfrm flipH="1">
            <a:off x="313200" y="4914720"/>
            <a:ext cx="7853760" cy="360"/>
          </a:xfrm>
          <a:prstGeom prst="straightConnector1">
            <a:avLst/>
          </a:prstGeom>
          <a:ln w="9525">
            <a:solidFill>
              <a:srgbClr val="EFEFEF"/>
            </a:solidFill>
            <a:prstDash val="dot"/>
            <a:round/>
            <a:headEnd type="oval"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228600" y="1656201"/>
            <a:ext cx="3723840" cy="1171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800" b="0" u="none" strike="noStrike" dirty="0">
                <a:solidFill>
                  <a:schemeClr val="dk1"/>
                </a:solidFill>
                <a:effectLst/>
                <a:uFillTx/>
                <a:latin typeface="Cossette Texte"/>
                <a:ea typeface="Cossette Texte"/>
              </a:rPr>
              <a:t>Conclusions</a:t>
            </a:r>
            <a:endParaRPr lang="fr-FR" sz="1800" b="0" u="none" strike="noStrike" dirty="0">
              <a:solidFill>
                <a:schemeClr val="dk1"/>
              </a:solidFill>
              <a:effectLst/>
              <a:uFillTx/>
              <a:latin typeface="Arial"/>
            </a:endParaRPr>
          </a:p>
        </p:txBody>
      </p:sp>
      <p:sp>
        <p:nvSpPr>
          <p:cNvPr id="118" name="PlaceHolder 2"/>
          <p:cNvSpPr>
            <a:spLocks noGrp="1"/>
          </p:cNvSpPr>
          <p:nvPr>
            <p:ph type="subTitle"/>
          </p:nvPr>
        </p:nvSpPr>
        <p:spPr>
          <a:xfrm>
            <a:off x="4572000" y="465321"/>
            <a:ext cx="4343040" cy="234288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Inter Tight"/>
                <a:ea typeface="Inter Tight"/>
              </a:rPr>
              <a:t>The internship provided valuable hands-on experience in full-stack web development, applying theoretical knowledge to practical challenges. The Library Management System project successfully automated key library operations, showcasing skills in Python, Django, and frontend technologies. This experience enhanced problem-solving abilities and prepared the intern for future software development roles.</a:t>
            </a:r>
            <a:endParaRPr lang="en-US" sz="12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489E-0983-A27B-402A-44A3E3E3E1AF}"/>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4107178767"/>
      </p:ext>
    </p:extLst>
  </p:cSld>
  <p:clrMapOvr>
    <a:masterClrMapping/>
  </p:clrMapOvr>
</p:sld>
</file>

<file path=ppt/theme/theme1.xml><?xml version="1.0" encoding="utf-8"?>
<a:theme xmlns:a="http://schemas.openxmlformats.org/drawingml/2006/main"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488</Words>
  <Application>Microsoft Office PowerPoint</Application>
  <PresentationFormat>On-screen Show (16:9)</PresentationFormat>
  <Paragraphs>22</Paragraphs>
  <Slides>12</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Arial</vt:lpstr>
      <vt:lpstr>Cossette Texte</vt:lpstr>
      <vt:lpstr>Inter Tight</vt:lpstr>
      <vt:lpstr>OpenSymbol</vt:lpstr>
      <vt:lpstr>Symbol</vt:lpstr>
      <vt:lpstr>Wingdings</vt:lpstr>
      <vt:lpstr>Project Roadmaps by Slidesgo</vt:lpstr>
      <vt:lpstr>Project Roadmaps by Slidesgo</vt:lpstr>
      <vt:lpstr>Slidesgo Final Pages</vt:lpstr>
      <vt:lpstr>Internship Report</vt:lpstr>
      <vt:lpstr>Introduction</vt:lpstr>
      <vt:lpstr>Internship Overview</vt:lpstr>
      <vt:lpstr>Duration and Schedule</vt:lpstr>
      <vt:lpstr>Objectives and Learning Goals</vt:lpstr>
      <vt:lpstr>Tools and Technologies Used</vt:lpstr>
      <vt:lpstr>Library Management System Project</vt:lpstr>
      <vt:lpstr>System Modules and Features</vt:lpstr>
      <vt:lpstr>Development Process and Challenges</vt:lpstr>
      <vt:lpstr>Solutions and Outcomes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user</cp:lastModifiedBy>
  <cp:revision>1</cp:revision>
  <dcterms:modified xsi:type="dcterms:W3CDTF">2026-01-10T07:57:48Z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2026-01-10T07:51:29Z</dcterms:created>
  <dc:creator>Unknown Creator</dc:creator>
  <dc:description/>
  <dc:language>en-US</dc:language>
  <cp:lastModifiedBy>Unknown Creator</cp:lastModifiedBy>
  <dcterms:modified xsi:type="dcterms:W3CDTF">2026-01-10T07:51:29Z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